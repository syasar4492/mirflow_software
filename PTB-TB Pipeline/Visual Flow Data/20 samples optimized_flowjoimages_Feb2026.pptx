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5" r:id="rId3"/>
    <p:sldId id="276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7" d="100"/>
          <a:sy n="37" d="100"/>
        </p:scale>
        <p:origin x="84" y="15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6F7F7-630E-E8A3-AE20-B1DFC3204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1D7990-F3F7-F3F3-FCCC-64D8B2394D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847F4-97FC-7955-6310-4834B0640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1672-0F38-4F87-A360-3D849CB85F3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15153-FA08-5BF2-B887-83DD1376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03F26-86D4-967E-5BF9-65BEB659A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C4F4-36E2-43A9-87B0-DE497A2CF1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612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DE82E-BD85-7C2C-2E43-5312F4E9C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68409-69A5-929C-8B65-74D15B3B0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81464-4C0D-FCC3-C3DC-178545039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1672-0F38-4F87-A360-3D849CB85F3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62AE0-4249-C7CA-5D15-4B0F89892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42FF8-1596-2539-A7D0-DB97A5AE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C4F4-36E2-43A9-87B0-DE497A2CF1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430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4C0EA-BA0D-F01E-FEEF-83FD15F38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2165B-293F-F850-BCA1-1C74E2A60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32F3C-C872-872D-6ED8-311C0BACE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1672-0F38-4F87-A360-3D849CB85F3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80B7D-4C3B-B892-5614-CFE7B50EF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97305-6768-282C-1824-15391838F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C4F4-36E2-43A9-87B0-DE497A2CF1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627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D464-6CB2-A7EB-AC3D-CB08A7BF5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1A5BD-E9C1-ADF0-994A-FA4A97D6CD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6F623-4A9A-21A5-F13F-0FAEEE261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1C07B-7CFF-5AB4-55DB-8D1FA8046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1672-0F38-4F87-A360-3D849CB85F3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15EE1-E566-730C-7F33-F8C4D0157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53EC6-C2ED-1DC9-8367-6FEF7149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C4F4-36E2-43A9-87B0-DE497A2CF1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43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CF534-FAA6-A996-4E9B-4DD8237A0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BDC3F-E401-2E6D-21C0-4D1EF3CA2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249D4-1639-A554-73B8-1284A75B9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9B40EE-A1F3-7295-797D-70C311458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A7AB8C-961B-E56C-BAFE-7F56E27FD3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042761-4052-30F6-6A05-FFA5D6390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1672-0F38-4F87-A360-3D849CB85F3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CBF3A0-4AF2-4BE6-132A-32E9CF483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E6AB1D-7D4D-28A1-6F52-D514FBE8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C4F4-36E2-43A9-87B0-DE497A2CF1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24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2167-901E-1E33-FB32-CCB31FA7A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D17026-102D-64C2-5F16-E40EEA19A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1672-0F38-4F87-A360-3D849CB85F3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81E10E-F98B-67AF-4117-9A798787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40960-4ADF-BB6A-8482-599FACC2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C4F4-36E2-43A9-87B0-DE497A2CF1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46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68564C-4372-5B5E-9422-2DC67DAE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1672-0F38-4F87-A360-3D849CB85F3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BBB988-0E98-909D-244F-37F969D24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07310-5BD7-3F93-D3AF-BE6C5BA61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C4F4-36E2-43A9-87B0-DE497A2CF1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048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3C0A-1472-5859-D6ED-DA054E239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895A0-F868-366D-735F-F392B9D03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EE0AD-C37A-8B58-6B72-B7BCB3F69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E18A0-693F-ADFE-EA32-3CDD54631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1672-0F38-4F87-A360-3D849CB85F3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F7B35-555F-6D7E-0E36-954255A5E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257BE-8E83-0FE6-156A-BAACFA42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C4F4-36E2-43A9-87B0-DE497A2CF1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156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A73DC-C40F-B517-E6C1-529988662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364F9F-D38D-81C5-7D69-D2CCA3B4E3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AA5DC-24D0-CA7F-1BE2-ADBAAC4C2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C754-6278-2176-A78D-0F1A02F28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1672-0F38-4F87-A360-3D849CB85F3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28C20-2984-12ED-DDD6-AC6EF330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7E564-2A70-50E2-B386-32DA25D30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C4F4-36E2-43A9-87B0-DE497A2CF1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283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85726-0364-13FA-3B3C-694C81C50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472DA-1C52-4920-5896-78A112F10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F0383-ED1F-6DD6-B096-B9562F578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1672-0F38-4F87-A360-3D849CB85F3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E475D-1A03-53E1-6491-C38CE9D03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7AC76-3776-031A-6901-1E5BD1B99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C4F4-36E2-43A9-87B0-DE497A2CF1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00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20BBDC-5629-927C-C3A8-7D9955586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ACBD01-802F-FA77-CE20-1ED5B5DD1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53CAE-DCB2-0F0C-B6E6-18ADC65EB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1672-0F38-4F87-A360-3D849CB85F3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15C56-CC8E-AA56-CD13-221EC0920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F1261-8A5D-FEA6-ADD0-466C76E9C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EC4F4-36E2-43A9-87B0-DE497A2CF1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546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DCDB2D-C473-8C06-9FF8-729DA2379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07A78-B251-3422-CF20-ABF32B6A2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B3F12-C24E-30CD-6450-D880AEC72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BE1672-0F38-4F87-A360-3D849CB85F34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6484D-DC1C-3B91-D7FC-DA16C80FD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69C0C-24AA-4455-EFB6-66B9174133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EC4F4-36E2-43A9-87B0-DE497A2CF1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318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92CD-D5DB-C1D1-A7C9-B2891C74B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 showing different types of objects&#10;&#10;AI-generated content may be incorrect.">
            <a:extLst>
              <a:ext uri="{FF2B5EF4-FFF2-40B4-BE49-F238E27FC236}">
                <a16:creationId xmlns:a16="http://schemas.microsoft.com/office/drawing/2014/main" id="{E523742B-5791-1AE8-3314-06EFF588F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33" y="382101"/>
            <a:ext cx="4544059" cy="5772956"/>
          </a:xfrm>
          <a:prstGeom prst="rect">
            <a:avLst/>
          </a:prstGeom>
        </p:spPr>
      </p:pic>
      <p:pic>
        <p:nvPicPr>
          <p:cNvPr id="5" name="Picture 4" descr="A graph of a diagram&#10;&#10;AI-generated content may be incorrect.">
            <a:extLst>
              <a:ext uri="{FF2B5EF4-FFF2-40B4-BE49-F238E27FC236}">
                <a16:creationId xmlns:a16="http://schemas.microsoft.com/office/drawing/2014/main" id="{44FE3676-514B-10DD-57EB-B58BEB108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66338"/>
            <a:ext cx="4553585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33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8B430-842A-079B-B64A-07F850AA2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25DFF73F-F8EB-1F56-F529-33EB808D4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808" y="283431"/>
            <a:ext cx="4620270" cy="5925377"/>
          </a:xfrm>
          <a:prstGeom prst="rect">
            <a:avLst/>
          </a:prstGeom>
        </p:spPr>
      </p:pic>
      <p:pic>
        <p:nvPicPr>
          <p:cNvPr id="5" name="Picture 4" descr="A graph of a diagram&#10;&#10;AI-generated content may be incorrect.">
            <a:extLst>
              <a:ext uri="{FF2B5EF4-FFF2-40B4-BE49-F238E27FC236}">
                <a16:creationId xmlns:a16="http://schemas.microsoft.com/office/drawing/2014/main" id="{62455C02-AA0A-83A8-0552-0133ACE79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789" y="466311"/>
            <a:ext cx="4591691" cy="59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7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025FD-1CA1-1199-2E08-129EEDF4C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 showing different types of beads&#10;&#10;AI-generated content may be incorrect.">
            <a:extLst>
              <a:ext uri="{FF2B5EF4-FFF2-40B4-BE49-F238E27FC236}">
                <a16:creationId xmlns:a16="http://schemas.microsoft.com/office/drawing/2014/main" id="{947A2761-9445-E10A-AF8A-320A26539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35" y="590154"/>
            <a:ext cx="4582164" cy="5677692"/>
          </a:xfrm>
          <a:prstGeom prst="rect">
            <a:avLst/>
          </a:prstGeom>
        </p:spPr>
      </p:pic>
      <p:pic>
        <p:nvPicPr>
          <p:cNvPr id="5" name="Picture 4" descr="A graph of a diagram&#10;&#10;AI-generated content may be incorrect.">
            <a:extLst>
              <a:ext uri="{FF2B5EF4-FFF2-40B4-BE49-F238E27FC236}">
                <a16:creationId xmlns:a16="http://schemas.microsoft.com/office/drawing/2014/main" id="{E24EBAB5-29EE-CA02-9C73-778EFDEF8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503" y="494890"/>
            <a:ext cx="4582164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105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diagram&#10;&#10;AI-generated content may be incorrect.">
            <a:extLst>
              <a:ext uri="{FF2B5EF4-FFF2-40B4-BE49-F238E27FC236}">
                <a16:creationId xmlns:a16="http://schemas.microsoft.com/office/drawing/2014/main" id="{C32DB946-6A12-3D49-1F83-93D032ADE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51" y="480601"/>
            <a:ext cx="4763165" cy="5896798"/>
          </a:xfrm>
          <a:prstGeom prst="rect">
            <a:avLst/>
          </a:prstGeom>
        </p:spPr>
      </p:pic>
      <p:pic>
        <p:nvPicPr>
          <p:cNvPr id="7" name="Picture 6" descr="A diagram of a number of objects&#10;&#10;AI-generated content may be incorrect.">
            <a:extLst>
              <a:ext uri="{FF2B5EF4-FFF2-40B4-BE49-F238E27FC236}">
                <a16:creationId xmlns:a16="http://schemas.microsoft.com/office/drawing/2014/main" id="{6153DD5C-4026-E74B-FA5F-872A8F612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308" y="765674"/>
            <a:ext cx="4696480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091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FF8602DB-61D8-008A-4996-A758EA7A2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69" y="590153"/>
            <a:ext cx="4582164" cy="5753903"/>
          </a:xfrm>
          <a:prstGeom prst="rect">
            <a:avLst/>
          </a:prstGeom>
        </p:spPr>
      </p:pic>
      <p:pic>
        <p:nvPicPr>
          <p:cNvPr id="5" name="Picture 4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9DD2C224-E6A7-671E-1B5B-F0636BFA0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868" y="513942"/>
            <a:ext cx="4496427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44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126B8-3D59-53E8-8786-6E802218F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number of objects&#10;&#10;AI-generated content may be incorrect.">
            <a:extLst>
              <a:ext uri="{FF2B5EF4-FFF2-40B4-BE49-F238E27FC236}">
                <a16:creationId xmlns:a16="http://schemas.microsoft.com/office/drawing/2014/main" id="{F927B577-46C7-9CEF-6DCA-14A37C665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268" y="556811"/>
            <a:ext cx="4544059" cy="5744377"/>
          </a:xfrm>
          <a:prstGeom prst="rect">
            <a:avLst/>
          </a:prstGeom>
        </p:spPr>
      </p:pic>
      <p:pic>
        <p:nvPicPr>
          <p:cNvPr id="5" name="Picture 4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BF76E062-2C74-DC1D-F92B-2EF4E7CED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56811"/>
            <a:ext cx="4534533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37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42044-5306-FB2F-E3FE-386E6166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number of objects&#10;&#10;AI-generated content may be incorrect.">
            <a:extLst>
              <a:ext uri="{FF2B5EF4-FFF2-40B4-BE49-F238E27FC236}">
                <a16:creationId xmlns:a16="http://schemas.microsoft.com/office/drawing/2014/main" id="{582D2E54-C518-EE36-36DE-13F1BB70B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887" y="217034"/>
            <a:ext cx="4639322" cy="5849166"/>
          </a:xfrm>
          <a:prstGeom prst="rect">
            <a:avLst/>
          </a:prstGeom>
        </p:spPr>
      </p:pic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FB86C1C9-9C74-25BD-9D5E-08CCE979F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16258"/>
            <a:ext cx="4610743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726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DBA41-7D68-3A84-D76F-6658357D6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904644A3-F106-EE23-94EF-96E73ADDD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94" y="504417"/>
            <a:ext cx="4486901" cy="5849166"/>
          </a:xfrm>
          <a:prstGeom prst="rect">
            <a:avLst/>
          </a:prstGeom>
        </p:spPr>
      </p:pic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E7731698-C2BB-8A34-8B21-769523EB7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1048"/>
            <a:ext cx="4582164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183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86232-2079-F9FF-98CA-E97243635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diagram&#10;&#10;AI-generated content may be incorrect.">
            <a:extLst>
              <a:ext uri="{FF2B5EF4-FFF2-40B4-BE49-F238E27FC236}">
                <a16:creationId xmlns:a16="http://schemas.microsoft.com/office/drawing/2014/main" id="{5C7C3CFC-348C-E334-7243-04C3D7397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027" y="561575"/>
            <a:ext cx="4544059" cy="5734850"/>
          </a:xfrm>
          <a:prstGeom prst="rect">
            <a:avLst/>
          </a:prstGeom>
        </p:spPr>
      </p:pic>
      <p:pic>
        <p:nvPicPr>
          <p:cNvPr id="5" name="Picture 4" descr="A diagram of a number of objects&#10;&#10;AI-generated content may be incorrect.">
            <a:extLst>
              <a:ext uri="{FF2B5EF4-FFF2-40B4-BE49-F238E27FC236}">
                <a16:creationId xmlns:a16="http://schemas.microsoft.com/office/drawing/2014/main" id="{76E92F19-9970-EDB1-3B38-95B426C8F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967" y="561575"/>
            <a:ext cx="4525006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68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E5914-9A05-CB7D-8E56-98796C7C9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diagram&#10;&#10;AI-generated content may be incorrect.">
            <a:extLst>
              <a:ext uri="{FF2B5EF4-FFF2-40B4-BE49-F238E27FC236}">
                <a16:creationId xmlns:a16="http://schemas.microsoft.com/office/drawing/2014/main" id="{7A6F96AD-6EA1-EA20-6982-C57B5AD4D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069" y="528232"/>
            <a:ext cx="4505954" cy="5801535"/>
          </a:xfrm>
          <a:prstGeom prst="rect">
            <a:avLst/>
          </a:prstGeom>
        </p:spPr>
      </p:pic>
      <p:pic>
        <p:nvPicPr>
          <p:cNvPr id="5" name="Picture 4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8A9B70FE-B2FC-65FF-C655-273964471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52047"/>
            <a:ext cx="4515480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9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8DC9B-0A29-C9D9-1756-50B9B38E3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9CD414BA-776A-831B-76C2-14F1390E8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280" y="566338"/>
            <a:ext cx="4629796" cy="5725324"/>
          </a:xfrm>
          <a:prstGeom prst="rect">
            <a:avLst/>
          </a:prstGeom>
        </p:spPr>
      </p:pic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7DA54613-C962-44F7-14BE-1FDEA6899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75864"/>
            <a:ext cx="4525006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88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6462E-ECE1-5C3B-7C07-12EDF50B3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number of objects&#10;&#10;AI-generated content may be incorrect.">
            <a:extLst>
              <a:ext uri="{FF2B5EF4-FFF2-40B4-BE49-F238E27FC236}">
                <a16:creationId xmlns:a16="http://schemas.microsoft.com/office/drawing/2014/main" id="{8BDF7775-48BF-4DF0-2248-CBE0BE11A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98" y="815759"/>
            <a:ext cx="4486901" cy="5696745"/>
          </a:xfrm>
          <a:prstGeom prst="rect">
            <a:avLst/>
          </a:prstGeom>
        </p:spPr>
      </p:pic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D3ED8A18-0DEC-4CE1-B396-946E5288A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601" y="556811"/>
            <a:ext cx="4601217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752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448BF-7FDF-F046-DA62-4E0C04138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diagram&#10;&#10;AI-generated content may be incorrect.">
            <a:extLst>
              <a:ext uri="{FF2B5EF4-FFF2-40B4-BE49-F238E27FC236}">
                <a16:creationId xmlns:a16="http://schemas.microsoft.com/office/drawing/2014/main" id="{01EE0596-4032-CF1D-608F-AEBE9508E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831" y="547285"/>
            <a:ext cx="4515480" cy="5763429"/>
          </a:xfrm>
          <a:prstGeom prst="rect">
            <a:avLst/>
          </a:prstGeom>
        </p:spPr>
      </p:pic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DA1BAF1B-8DA1-0897-B7F6-5E45B7BAB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094" y="547285"/>
            <a:ext cx="4515480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40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B64EB-0DE5-83E1-180C-FD910EBC3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diagram&#10;&#10;AI-generated content may be incorrect.">
            <a:extLst>
              <a:ext uri="{FF2B5EF4-FFF2-40B4-BE49-F238E27FC236}">
                <a16:creationId xmlns:a16="http://schemas.microsoft.com/office/drawing/2014/main" id="{D6C7FE03-D652-A257-E7F7-5D63626FC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498" y="537759"/>
            <a:ext cx="4486901" cy="5782482"/>
          </a:xfrm>
          <a:prstGeom prst="rect">
            <a:avLst/>
          </a:prstGeom>
        </p:spPr>
      </p:pic>
      <p:pic>
        <p:nvPicPr>
          <p:cNvPr id="5" name="Picture 4" descr="A graph of a diagram&#10;&#10;AI-generated content may be incorrect.">
            <a:extLst>
              <a:ext uri="{FF2B5EF4-FFF2-40B4-BE49-F238E27FC236}">
                <a16:creationId xmlns:a16="http://schemas.microsoft.com/office/drawing/2014/main" id="{7D55C6D3-95A4-F325-1DBA-9CF39A17D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354" y="575864"/>
            <a:ext cx="4505954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504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44EC1-20E9-9613-4D1E-82BF1A8B3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40CC0371-073E-5272-CC6E-0C5719274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15" y="509180"/>
            <a:ext cx="4553585" cy="5839640"/>
          </a:xfrm>
          <a:prstGeom prst="rect">
            <a:avLst/>
          </a:prstGeom>
        </p:spPr>
      </p:pic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ADB77EA0-4FFB-688F-C82C-0ED77D360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512" y="532996"/>
            <a:ext cx="4582164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33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EF9FE-C478-5AA4-117C-02733A6C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diagram&#10;&#10;AI-generated content may be incorrect.">
            <a:extLst>
              <a:ext uri="{FF2B5EF4-FFF2-40B4-BE49-F238E27FC236}">
                <a16:creationId xmlns:a16="http://schemas.microsoft.com/office/drawing/2014/main" id="{DFACDDC5-C673-3EA9-7D2F-09B94C6B1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77" y="537759"/>
            <a:ext cx="4496427" cy="5782482"/>
          </a:xfrm>
          <a:prstGeom prst="rect">
            <a:avLst/>
          </a:prstGeom>
        </p:spPr>
      </p:pic>
      <p:pic>
        <p:nvPicPr>
          <p:cNvPr id="5" name="Picture 4" descr="A graph of a diagram&#10;&#10;AI-generated content may be incorrect.">
            <a:extLst>
              <a:ext uri="{FF2B5EF4-FFF2-40B4-BE49-F238E27FC236}">
                <a16:creationId xmlns:a16="http://schemas.microsoft.com/office/drawing/2014/main" id="{069AE303-C761-CA16-D5B1-65C6D18CB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038" y="537759"/>
            <a:ext cx="4544059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36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3A93E-050F-D06F-7A3E-CB6FC870D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diagram&#10;&#10;AI-generated content may be incorrect.">
            <a:extLst>
              <a:ext uri="{FF2B5EF4-FFF2-40B4-BE49-F238E27FC236}">
                <a16:creationId xmlns:a16="http://schemas.microsoft.com/office/drawing/2014/main" id="{3523E793-CAC2-9338-DE43-D8F029475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52048"/>
            <a:ext cx="4515480" cy="5753903"/>
          </a:xfrm>
          <a:prstGeom prst="rect">
            <a:avLst/>
          </a:prstGeom>
        </p:spPr>
      </p:pic>
      <p:pic>
        <p:nvPicPr>
          <p:cNvPr id="5" name="Picture 4" descr="A graph of a graph showing different types of objects&#10;&#10;AI-generated content may be incorrect.">
            <a:extLst>
              <a:ext uri="{FF2B5EF4-FFF2-40B4-BE49-F238E27FC236}">
                <a16:creationId xmlns:a16="http://schemas.microsoft.com/office/drawing/2014/main" id="{1656A2AA-C3C5-F409-45C9-952FCE05A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8" y="532995"/>
            <a:ext cx="4658375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357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1D7AE-7122-E4FD-32AD-5139083A3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 showing different types of objects&#10;&#10;AI-generated content may be incorrect.">
            <a:extLst>
              <a:ext uri="{FF2B5EF4-FFF2-40B4-BE49-F238E27FC236}">
                <a16:creationId xmlns:a16="http://schemas.microsoft.com/office/drawing/2014/main" id="{15B4BEC8-31F9-D625-7768-05136478A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744" y="532996"/>
            <a:ext cx="4486901" cy="5792008"/>
          </a:xfrm>
          <a:prstGeom prst="rect">
            <a:avLst/>
          </a:prstGeom>
        </p:spPr>
      </p:pic>
      <p:pic>
        <p:nvPicPr>
          <p:cNvPr id="5" name="Picture 4" descr="A graph of a diagram&#10;&#10;AI-generated content may be incorrect.">
            <a:extLst>
              <a:ext uri="{FF2B5EF4-FFF2-40B4-BE49-F238E27FC236}">
                <a16:creationId xmlns:a16="http://schemas.microsoft.com/office/drawing/2014/main" id="{1BEC0FE9-51FF-CF88-C725-A85700729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782" y="532996"/>
            <a:ext cx="4534533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117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BB32A-9E30-D15B-DDBD-AE4C2BE40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CEA4A9BC-8AFF-EE59-0C06-14EF15FE2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58" y="561575"/>
            <a:ext cx="4572638" cy="5734850"/>
          </a:xfrm>
          <a:prstGeom prst="rect">
            <a:avLst/>
          </a:prstGeom>
        </p:spPr>
      </p:pic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0D688AD1-0810-C6E3-6AC6-544906C1A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485" y="485364"/>
            <a:ext cx="4591691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86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E9836-A719-317E-E714-5F3737F0C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diagram&#10;&#10;AI-generated content may be incorrect.">
            <a:extLst>
              <a:ext uri="{FF2B5EF4-FFF2-40B4-BE49-F238E27FC236}">
                <a16:creationId xmlns:a16="http://schemas.microsoft.com/office/drawing/2014/main" id="{096A9F6D-2677-8DFC-38DE-DD9E948DD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55" y="532996"/>
            <a:ext cx="4467849" cy="5792008"/>
          </a:xfrm>
          <a:prstGeom prst="rect">
            <a:avLst/>
          </a:prstGeom>
        </p:spPr>
      </p:pic>
      <p:pic>
        <p:nvPicPr>
          <p:cNvPr id="5" name="Picture 4" descr="A diagram of a number of objects&#10;&#10;AI-generated content may be incorrect.">
            <a:extLst>
              <a:ext uri="{FF2B5EF4-FFF2-40B4-BE49-F238E27FC236}">
                <a16:creationId xmlns:a16="http://schemas.microsoft.com/office/drawing/2014/main" id="{E749E5CF-133D-57B7-046E-A11C32617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816" y="480601"/>
            <a:ext cx="4715533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17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2628E-7933-4231-FBD8-AC25558DE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number of objects&#10;&#10;AI-generated content may be incorrect.">
            <a:extLst>
              <a:ext uri="{FF2B5EF4-FFF2-40B4-BE49-F238E27FC236}">
                <a16:creationId xmlns:a16="http://schemas.microsoft.com/office/drawing/2014/main" id="{2D1AF188-18B3-F9F0-E5D8-14F29952F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167" y="499653"/>
            <a:ext cx="4725059" cy="5858693"/>
          </a:xfrm>
          <a:prstGeom prst="rect">
            <a:avLst/>
          </a:prstGeom>
        </p:spPr>
      </p:pic>
      <p:pic>
        <p:nvPicPr>
          <p:cNvPr id="5" name="Picture 4" descr="A diagram of a number of objects&#10;&#10;AI-generated content may be incorrect.">
            <a:extLst>
              <a:ext uri="{FF2B5EF4-FFF2-40B4-BE49-F238E27FC236}">
                <a16:creationId xmlns:a16="http://schemas.microsoft.com/office/drawing/2014/main" id="{BE2842C1-602F-6AE6-F7E9-F2EF86F0B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730" y="499653"/>
            <a:ext cx="4620270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214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F917F-7C18-41FD-849B-10998EA5E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number of objects&#10;&#10;AI-generated content may be incorrect.">
            <a:extLst>
              <a:ext uri="{FF2B5EF4-FFF2-40B4-BE49-F238E27FC236}">
                <a16:creationId xmlns:a16="http://schemas.microsoft.com/office/drawing/2014/main" id="{81CEB86A-CFFE-A184-B5F3-4D4E7238A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15" y="556811"/>
            <a:ext cx="4553585" cy="5744377"/>
          </a:xfrm>
          <a:prstGeom prst="rect">
            <a:avLst/>
          </a:prstGeom>
        </p:spPr>
      </p:pic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0FCBC1A1-E302-4029-78F1-BD10D33AD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1" y="509180"/>
            <a:ext cx="4505954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357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Parke, Brenna K</dc:creator>
  <cp:lastModifiedBy>Parke, Brenna K</cp:lastModifiedBy>
  <cp:revision>2</cp:revision>
  <dcterms:created xsi:type="dcterms:W3CDTF">2026-02-23T11:44:28Z</dcterms:created>
  <dcterms:modified xsi:type="dcterms:W3CDTF">2026-02-23T17:33:33Z</dcterms:modified>
</cp:coreProperties>
</file>